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80" r:id="rId4"/>
    <p:sldId id="279" r:id="rId5"/>
    <p:sldId id="283" r:id="rId6"/>
    <p:sldId id="284" r:id="rId7"/>
    <p:sldId id="281" r:id="rId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54"/>
    <p:restoredTop sz="94854"/>
  </p:normalViewPr>
  <p:slideViewPr>
    <p:cSldViewPr snapToGrid="0" snapToObjects="1">
      <p:cViewPr varScale="1">
        <p:scale>
          <a:sx n="98" d="100"/>
          <a:sy n="98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E59CA-1FF5-462B-8C08-A8DB306C535A}" type="datetimeFigureOut">
              <a:rPr lang="en-GB" smtClean="0"/>
              <a:t>01/11/2019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B36EA-C855-46B2-9E25-7E75FBCC1D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91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DE735-C213-4228-8097-E58F4753F4DB}" type="datetimeFigureOut">
              <a:rPr lang="en-GB" smtClean="0"/>
              <a:t>01/11/2019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69FA6-0178-4E1C-B22C-4FEDD5C4BA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59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Title</a:t>
            </a:r>
            <a:r>
              <a:rPr lang="en-GB" baseline="0" dirty="0"/>
              <a:t> slide outlines the main equipment utilised if any outside of the normal ranges.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69FA6-0178-4E1C-B22C-4FEDD5C4BA3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175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will be able to cross compare the three terms by rotating around the tables to identify areas of pre-existing knowledge and to share ideas. The last group to rotate will then present and describe the poster.</a:t>
            </a:r>
          </a:p>
          <a:p>
            <a:pPr lvl="0"/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69FA6-0178-4E1C-B22C-4FEDD5C4BA3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26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Blue tutor</a:t>
            </a:r>
            <a:r>
              <a:rPr lang="en-GB" baseline="0" dirty="0"/>
              <a:t> or handout led activity more teacher led then student.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first will be a comic book story board looking at the beetle example of natural selection. 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Differential Reproduction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Heredity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69FA6-0178-4E1C-B22C-4FEDD5C4BA3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4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Green student-based activities.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should then be better positioned leading on from a discussion about adaptations to lead into what Darwin proposed about his theory of natural selection. </a:t>
            </a:r>
          </a:p>
          <a:p>
            <a:pPr lv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Engage in a discussion based around how creationism vs natural selection. Design a comparative overview of these two theories.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69FA6-0178-4E1C-B22C-4FEDD5C4BA3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847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Blue tutor</a:t>
            </a:r>
            <a:r>
              <a:rPr lang="en-GB" baseline="0" dirty="0"/>
              <a:t> or handout led activity more teacher led then student.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first will be a comic book story board looking at the beetle example of natural selection. 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Differential Reproduction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Heredity</a:t>
            </a:r>
          </a:p>
          <a:p>
            <a:pPr lvl="1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69FA6-0178-4E1C-B22C-4FEDD5C4BA3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672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Green student-based activities.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should then be better positioned leading on from a discussion about adaptations to lead into what Darwin proposed about his theory of natural selection.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Engage in a discussion based around how creationism vs natural selection. Design a comparative overview of these two theories. The students should be able to describe what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Darwins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theory of survival of the fittest they need to be able to give a summary of it and some should give a named example. The students will be able to identify the four examples that lead to macroevolution examining how species evolve using basic evolutionary theory.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69FA6-0178-4E1C-B22C-4FEDD5C4BA3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536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Yellow bringing it all-together recap and conclusion.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will watch a short clip about the five fingers of evolution. They will then identify the other four fingers of evolution and answer the following does the evolution of a species necessary lead to a success in the animal. This is both a different way of them thinking about the animals evolutionary tree and a reflection.</a:t>
            </a:r>
            <a:r>
              <a:rPr lang="en-GB" dirty="0">
                <a:effectLst/>
              </a:rPr>
              <a:t>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69FA6-0178-4E1C-B22C-4FEDD5C4BA3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2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kidshouldseethis.com/post/2284077440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Welfare &amp; Breeding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Session 1</a:t>
            </a:r>
          </a:p>
        </p:txBody>
      </p:sp>
    </p:spTree>
    <p:extLst>
      <p:ext uri="{BB962C8B-B14F-4D97-AF65-F5344CB8AC3E}">
        <p14:creationId xmlns:p14="http://schemas.microsoft.com/office/powerpoint/2010/main" val="1276425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Create mind maps on evolution, natural selection and survival of the fittest</a:t>
            </a:r>
          </a:p>
          <a:p>
            <a:pPr lvl="1"/>
            <a:r>
              <a:rPr lang="en-GB" sz="1800" dirty="0"/>
              <a:t>What do each of these terms mean to you?</a:t>
            </a:r>
          </a:p>
          <a:p>
            <a:pPr lvl="1"/>
            <a:r>
              <a:rPr lang="en-GB" sz="1800" dirty="0"/>
              <a:t>Where do you think they are applied in animal care?</a:t>
            </a:r>
          </a:p>
          <a:p>
            <a:pPr lvl="1"/>
            <a:r>
              <a:rPr lang="en-GB" sz="1800" dirty="0"/>
              <a:t>How have each of these impacted wild animal evolution and captive animal breeding.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9B1B76-9034-954D-990F-F0ACC71B4119}"/>
              </a:ext>
            </a:extLst>
          </p:cNvPr>
          <p:cNvSpPr txBox="1">
            <a:spLocks/>
          </p:cNvSpPr>
          <p:nvPr/>
        </p:nvSpPr>
        <p:spPr bwMode="blackWhite">
          <a:xfrm>
            <a:off x="804672" y="5743954"/>
            <a:ext cx="4486656" cy="11414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Boost Me: </a:t>
            </a:r>
            <a:r>
              <a:rPr lang="en-GB" dirty="0"/>
              <a:t>Presentation skills and researching. 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GB" sz="1600" dirty="0">
                <a:solidFill>
                  <a:schemeClr val="tx1"/>
                </a:solidFill>
              </a:rPr>
              <a:t>Identify the module Learning Outcomes for the topic.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Define evolution and natural selection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Demonstrate an understanding of Darwin’s theory of evolution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Identify what is meant by ‘Survival of the fittest’</a:t>
            </a:r>
          </a:p>
        </p:txBody>
      </p:sp>
    </p:spTree>
    <p:extLst>
      <p:ext uri="{BB962C8B-B14F-4D97-AF65-F5344CB8AC3E}">
        <p14:creationId xmlns:p14="http://schemas.microsoft.com/office/powerpoint/2010/main" val="203795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GB" dirty="0"/>
              <a:t>Natural selection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GB" sz="1600" dirty="0">
                <a:solidFill>
                  <a:schemeClr val="tx1"/>
                </a:solidFill>
              </a:rPr>
              <a:t>Identify the module Learning Outcomes for the topic.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Define evolution and natural selection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Demonstrate an understanding of Darwin’s theory of evolution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Identify what is meant by ‘Survival of the fittest’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9B1B76-9034-954D-990F-F0ACC71B4119}"/>
              </a:ext>
            </a:extLst>
          </p:cNvPr>
          <p:cNvSpPr txBox="1">
            <a:spLocks/>
          </p:cNvSpPr>
          <p:nvPr/>
        </p:nvSpPr>
        <p:spPr bwMode="blackWhite">
          <a:xfrm>
            <a:off x="804672" y="5716503"/>
            <a:ext cx="4486656" cy="11414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Boost Me: </a:t>
            </a:r>
            <a:r>
              <a:rPr lang="en-GB" dirty="0"/>
              <a:t>Presentation skills and researching. </a:t>
            </a:r>
            <a:endParaRPr lang="en-US" dirty="0"/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1115568" y="3549918"/>
            <a:ext cx="3794760" cy="2194036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3F6925-7031-AE4A-AC6E-02D0165E6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7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5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en-GB" dirty="0"/>
              <a:t>Creationism vs Natural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0"/>
            <a:ext cx="5455920" cy="6009653"/>
          </a:xfrm>
        </p:spPr>
        <p:txBody>
          <a:bodyPr>
            <a:normAutofit/>
          </a:bodyPr>
          <a:lstStyle/>
          <a:p>
            <a:r>
              <a:rPr lang="en-US" sz="2300" dirty="0" err="1"/>
              <a:t>Lamark</a:t>
            </a:r>
            <a:r>
              <a:rPr lang="en-US" sz="2300" dirty="0"/>
              <a:t> theorized evolution occurred by the gradual development of a given trait.</a:t>
            </a:r>
          </a:p>
          <a:p>
            <a:r>
              <a:rPr lang="en-US" sz="2300" dirty="0"/>
              <a:t>Darwin argued a particular trait developed due to it being favourable. </a:t>
            </a:r>
          </a:p>
          <a:p>
            <a:r>
              <a:rPr lang="en-US" sz="2300" dirty="0"/>
              <a:t>What we need to examine more is the differences between creationism vs evolution.</a:t>
            </a:r>
          </a:p>
          <a:p>
            <a:pPr lvl="1"/>
            <a:r>
              <a:rPr lang="en-US" sz="2000" dirty="0"/>
              <a:t>What you need to think about is how the animals would change under each theory. </a:t>
            </a:r>
          </a:p>
          <a:p>
            <a:pPr lvl="1"/>
            <a:r>
              <a:rPr lang="en-US" sz="2000" dirty="0"/>
              <a:t>How can you argue to a creationist what points should you raise and how do you argue it. </a:t>
            </a:r>
          </a:p>
          <a:p>
            <a:pPr lvl="1"/>
            <a:r>
              <a:rPr lang="en-US" sz="2000" dirty="0"/>
              <a:t>I’m going to take the view of the creationist you need to argue the view of evolutionary science. Why Darwin had to do the very same thing.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GB" sz="1600" dirty="0">
                <a:solidFill>
                  <a:schemeClr val="tx1"/>
                </a:solidFill>
              </a:rPr>
              <a:t>Identify the module Learning Outcomes for the topic.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Define evolution and natural selection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Demonstrate an understanding of Darwin’s theory of evolution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Identify what is meant by ‘Survival of the fittest’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9B1B76-9034-954D-990F-F0ACC71B4119}"/>
              </a:ext>
            </a:extLst>
          </p:cNvPr>
          <p:cNvSpPr txBox="1">
            <a:spLocks/>
          </p:cNvSpPr>
          <p:nvPr/>
        </p:nvSpPr>
        <p:spPr bwMode="blackWhite">
          <a:xfrm>
            <a:off x="804672" y="5688992"/>
            <a:ext cx="4486656" cy="11414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Boost Me: </a:t>
            </a:r>
            <a:r>
              <a:rPr lang="en-GB" dirty="0"/>
              <a:t>Presentation skills and researching. 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D36A4E-8EEE-9248-815E-DC8DFB6CFFB7}"/>
              </a:ext>
            </a:extLst>
          </p:cNvPr>
          <p:cNvSpPr/>
          <p:nvPr/>
        </p:nvSpPr>
        <p:spPr>
          <a:xfrm>
            <a:off x="4587057" y="317925"/>
            <a:ext cx="1408542" cy="1386773"/>
          </a:xfrm>
          <a:prstGeom prst="ellipse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4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GB" dirty="0"/>
              <a:t>macroevolution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</p:spPr>
        <p:txBody>
          <a:bodyPr>
            <a:normAutofit/>
          </a:bodyPr>
          <a:lstStyle/>
          <a:p>
            <a:r>
              <a:rPr lang="en-GB" sz="1800" dirty="0"/>
              <a:t>Extinction</a:t>
            </a:r>
          </a:p>
          <a:p>
            <a:r>
              <a:rPr lang="en-GB" sz="1800" dirty="0"/>
              <a:t>Adaptive evolution</a:t>
            </a:r>
          </a:p>
          <a:p>
            <a:pPr lvl="1"/>
            <a:r>
              <a:rPr lang="en-GB" sz="1500" dirty="0"/>
              <a:t>The differentiation of evolutionary traits.</a:t>
            </a:r>
          </a:p>
          <a:p>
            <a:r>
              <a:rPr lang="en-GB" sz="1800" dirty="0"/>
              <a:t>Convergent evolution</a:t>
            </a:r>
          </a:p>
          <a:p>
            <a:pPr lvl="1"/>
            <a:r>
              <a:rPr lang="en-GB" sz="1500" dirty="0"/>
              <a:t>Different lines but the same trait</a:t>
            </a:r>
          </a:p>
          <a:p>
            <a:r>
              <a:rPr lang="en-GB" sz="1800" dirty="0"/>
              <a:t>Coevolution</a:t>
            </a:r>
          </a:p>
          <a:p>
            <a:pPr lvl="1"/>
            <a:r>
              <a:rPr lang="en-GB" sz="1500" dirty="0"/>
              <a:t>Cuckoo and nesting birds</a:t>
            </a:r>
          </a:p>
          <a:p>
            <a:r>
              <a:rPr lang="en-GB" sz="1800" dirty="0"/>
              <a:t>Punctuated equilibrium</a:t>
            </a:r>
          </a:p>
          <a:p>
            <a:pPr lvl="1"/>
            <a:r>
              <a:rPr lang="en-GB" sz="1500" dirty="0"/>
              <a:t>pattern of evolution in which long stable periods are interrupted by brief periods of more rapid change.</a:t>
            </a:r>
          </a:p>
          <a:p>
            <a:r>
              <a:rPr lang="en-GB" sz="1800" dirty="0"/>
              <a:t>Developmental gene changes</a:t>
            </a:r>
          </a:p>
          <a:p>
            <a:pPr lvl="1"/>
            <a:r>
              <a:rPr lang="en-GB" sz="1500" dirty="0"/>
              <a:t>Small Changes In Timing of Genetic Control During Embryonic Development, Make Big Changes In The Resulting Organism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GB" sz="1600" dirty="0">
                <a:solidFill>
                  <a:schemeClr val="tx1"/>
                </a:solidFill>
              </a:rPr>
              <a:t>Identify the module Learning Outcomes for the topic.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Define evolution and natural selection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Demonstrate an understanding of Darwin’s theory of evolution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Identify what is meant by ‘Survival of the fittest’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9B1B76-9034-954D-990F-F0ACC71B4119}"/>
              </a:ext>
            </a:extLst>
          </p:cNvPr>
          <p:cNvSpPr txBox="1">
            <a:spLocks/>
          </p:cNvSpPr>
          <p:nvPr/>
        </p:nvSpPr>
        <p:spPr bwMode="blackWhite">
          <a:xfrm>
            <a:off x="804672" y="5716503"/>
            <a:ext cx="4486656" cy="11414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Boost Me: </a:t>
            </a:r>
            <a:r>
              <a:rPr lang="en-GB" dirty="0"/>
              <a:t>Presentation skills and researching. </a:t>
            </a:r>
            <a:endParaRPr lang="en-US" dirty="0"/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1115568" y="3549918"/>
            <a:ext cx="3794760" cy="2194036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98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en-GB" dirty="0"/>
              <a:t>Applying what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0"/>
            <a:ext cx="5455920" cy="6009653"/>
          </a:xfrm>
        </p:spPr>
        <p:txBody>
          <a:bodyPr>
            <a:normAutofit/>
          </a:bodyPr>
          <a:lstStyle/>
          <a:p>
            <a:r>
              <a:rPr lang="en-US" sz="3200" dirty="0"/>
              <a:t>Select one animal and look at how it has evolved and changed of time and what benefits or costs this had to the animal.</a:t>
            </a:r>
          </a:p>
          <a:p>
            <a:pPr lvl="1"/>
            <a:r>
              <a:rPr lang="en-US" sz="2400" dirty="0"/>
              <a:t>You maybe working in conservation in the future and these </a:t>
            </a:r>
            <a:r>
              <a:rPr lang="en-US" sz="2400" b="1" dirty="0"/>
              <a:t>mutations</a:t>
            </a:r>
            <a:r>
              <a:rPr lang="en-US" sz="2400" dirty="0"/>
              <a:t> are something that you need to be able to look at. </a:t>
            </a:r>
          </a:p>
          <a:p>
            <a:pPr lvl="1"/>
            <a:r>
              <a:rPr lang="en-US" sz="2400" dirty="0"/>
              <a:t>Also think how factors make a mutation advantageous and how do these then </a:t>
            </a:r>
            <a:r>
              <a:rPr lang="en-US" sz="2400"/>
              <a:t>lead to microevolutions </a:t>
            </a:r>
            <a:r>
              <a:rPr lang="en-US" sz="2400" dirty="0"/>
              <a:t>change.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GB" sz="1600" dirty="0">
                <a:solidFill>
                  <a:schemeClr val="tx1"/>
                </a:solidFill>
              </a:rPr>
              <a:t>Identify the module Learning Outcomes for the topic.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Define evolution and natural selection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Demonstrate an understanding of Darwin’s theory of evolution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Identify what is meant by ‘Survival of the fittest’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9B1B76-9034-954D-990F-F0ACC71B4119}"/>
              </a:ext>
            </a:extLst>
          </p:cNvPr>
          <p:cNvSpPr txBox="1">
            <a:spLocks/>
          </p:cNvSpPr>
          <p:nvPr/>
        </p:nvSpPr>
        <p:spPr bwMode="blackWhite">
          <a:xfrm>
            <a:off x="804672" y="5688992"/>
            <a:ext cx="4486656" cy="11414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Boost Me: </a:t>
            </a:r>
            <a:r>
              <a:rPr lang="en-GB" dirty="0"/>
              <a:t>Presentation skills and researching. 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39C386-D133-5149-B107-5A5B2016E7A3}"/>
              </a:ext>
            </a:extLst>
          </p:cNvPr>
          <p:cNvSpPr/>
          <p:nvPr/>
        </p:nvSpPr>
        <p:spPr>
          <a:xfrm>
            <a:off x="10504966" y="5628570"/>
            <a:ext cx="1597579" cy="11414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66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9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GB" dirty="0"/>
              <a:t>Examining mutations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0"/>
            <a:ext cx="5455920" cy="6009653"/>
          </a:xfrm>
        </p:spPr>
        <p:txBody>
          <a:bodyPr>
            <a:normAutofit/>
          </a:bodyPr>
          <a:lstStyle/>
          <a:p>
            <a:r>
              <a:rPr lang="en-US" sz="2800" dirty="0">
                <a:hlinkClick r:id="rId3"/>
              </a:rPr>
              <a:t>https://thekidshouldseethis.com/post/22840774403</a:t>
            </a:r>
            <a:r>
              <a:rPr lang="en-US" sz="2800" dirty="0"/>
              <a:t> </a:t>
            </a:r>
          </a:p>
          <a:p>
            <a:r>
              <a:rPr lang="en-US" sz="2800" dirty="0"/>
              <a:t>Changes in a population.</a:t>
            </a:r>
          </a:p>
          <a:p>
            <a:r>
              <a:rPr lang="en-US" sz="2800" dirty="0"/>
              <a:t>Does an evolutionary change reflect a positive evolutionary step or is it a dead end.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GB" sz="1600" dirty="0">
                <a:solidFill>
                  <a:schemeClr val="tx1"/>
                </a:solidFill>
              </a:rPr>
              <a:t>Identify the module Learning Outcomes for the topic.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Define evolution and natural selection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Demonstrate an understanding of Darwin’s theory of evolution</a:t>
            </a:r>
          </a:p>
          <a:p>
            <a:pPr lvl="0"/>
            <a:r>
              <a:rPr lang="en-GB" sz="1600" dirty="0">
                <a:solidFill>
                  <a:schemeClr val="tx1"/>
                </a:solidFill>
              </a:rPr>
              <a:t>Identify what is meant by ‘Survival of the fittest’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9B1B76-9034-954D-990F-F0ACC71B4119}"/>
              </a:ext>
            </a:extLst>
          </p:cNvPr>
          <p:cNvSpPr txBox="1">
            <a:spLocks/>
          </p:cNvSpPr>
          <p:nvPr/>
        </p:nvSpPr>
        <p:spPr bwMode="blackWhite">
          <a:xfrm>
            <a:off x="804672" y="5688992"/>
            <a:ext cx="4486656" cy="11414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Boost Me: </a:t>
            </a:r>
            <a:r>
              <a:rPr lang="en-GB" dirty="0"/>
              <a:t>Presentation skills and researching.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24461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2127</TotalTime>
  <Words>933</Words>
  <Application>Microsoft Macintosh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Parcel</vt:lpstr>
      <vt:lpstr>Welfare &amp; Breeding</vt:lpstr>
      <vt:lpstr>terminology</vt:lpstr>
      <vt:lpstr>Natural selection</vt:lpstr>
      <vt:lpstr>Creationism vs Natural Selection</vt:lpstr>
      <vt:lpstr>macroevolution</vt:lpstr>
      <vt:lpstr>Applying what you know</vt:lpstr>
      <vt:lpstr>Examining mutations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Grooming 12</dc:title>
  <dc:creator>Jordon Millward</dc:creator>
  <cp:lastModifiedBy>Jordon Millward</cp:lastModifiedBy>
  <cp:revision>169</cp:revision>
  <cp:lastPrinted>2019-09-11T13:53:46Z</cp:lastPrinted>
  <dcterms:created xsi:type="dcterms:W3CDTF">2017-11-29T18:08:04Z</dcterms:created>
  <dcterms:modified xsi:type="dcterms:W3CDTF">2019-11-01T16:28:03Z</dcterms:modified>
</cp:coreProperties>
</file>